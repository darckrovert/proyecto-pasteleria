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7" r:id="rId2"/>
    <p:sldId id="258" r:id="rId3"/>
    <p:sldId id="259" r:id="rId4"/>
  </p:sldIdLst>
  <p:sldSz cx="12192000" cy="2663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73C"/>
    <a:srgbClr val="DBA106"/>
    <a:srgbClr val="AD1D2C"/>
    <a:srgbClr val="E6B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7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435955"/>
            <a:ext cx="9144000" cy="927406"/>
          </a:xfrm>
        </p:spPr>
        <p:txBody>
          <a:bodyPr anchor="b"/>
          <a:lstStyle>
            <a:lvl1pPr algn="ctr">
              <a:defRPr sz="23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1399127"/>
            <a:ext cx="9144000" cy="643141"/>
          </a:xfrm>
        </p:spPr>
        <p:txBody>
          <a:bodyPr/>
          <a:lstStyle>
            <a:lvl1pPr marL="0" indent="0" algn="ctr">
              <a:buNone/>
              <a:defRPr sz="932"/>
            </a:lvl1pPr>
            <a:lvl2pPr marL="177579" indent="0" algn="ctr">
              <a:buNone/>
              <a:defRPr sz="777"/>
            </a:lvl2pPr>
            <a:lvl3pPr marL="355159" indent="0" algn="ctr">
              <a:buNone/>
              <a:defRPr sz="699"/>
            </a:lvl3pPr>
            <a:lvl4pPr marL="532736" indent="0" algn="ctr">
              <a:buNone/>
              <a:defRPr sz="621"/>
            </a:lvl4pPr>
            <a:lvl5pPr marL="710316" indent="0" algn="ctr">
              <a:buNone/>
              <a:defRPr sz="621"/>
            </a:lvl5pPr>
            <a:lvl6pPr marL="887895" indent="0" algn="ctr">
              <a:buNone/>
              <a:defRPr sz="621"/>
            </a:lvl6pPr>
            <a:lvl7pPr marL="1065475" indent="0" algn="ctr">
              <a:buNone/>
              <a:defRPr sz="621"/>
            </a:lvl7pPr>
            <a:lvl8pPr marL="1243053" indent="0" algn="ctr">
              <a:buNone/>
              <a:defRPr sz="621"/>
            </a:lvl8pPr>
            <a:lvl9pPr marL="1420633" indent="0" algn="ctr">
              <a:buNone/>
              <a:defRPr sz="621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251279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136088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64109"/>
            <a:ext cx="10515600" cy="1108077"/>
          </a:xfrm>
        </p:spPr>
        <p:txBody>
          <a:bodyPr anchor="b"/>
          <a:lstStyle>
            <a:lvl1pPr>
              <a:defRPr sz="23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82666"/>
            <a:ext cx="10515600" cy="582712"/>
          </a:xfrm>
        </p:spPr>
        <p:txBody>
          <a:bodyPr/>
          <a:lstStyle>
            <a:lvl1pPr marL="0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1pPr>
            <a:lvl2pPr marL="177579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2pPr>
            <a:lvl3pPr marL="355159" indent="0">
              <a:buNone/>
              <a:defRPr sz="699">
                <a:solidFill>
                  <a:schemeClr val="tx1">
                    <a:tint val="82000"/>
                  </a:schemeClr>
                </a:solidFill>
              </a:defRPr>
            </a:lvl3pPr>
            <a:lvl4pPr marL="532736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4pPr>
            <a:lvl5pPr marL="710316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5pPr>
            <a:lvl6pPr marL="887895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6pPr>
            <a:lvl7pPr marL="1065475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7pPr>
            <a:lvl8pPr marL="1243053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8pPr>
            <a:lvl9pPr marL="1420633" indent="0">
              <a:buNone/>
              <a:defRPr sz="62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25299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09120"/>
            <a:ext cx="5181600" cy="16901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709120"/>
            <a:ext cx="5181600" cy="16901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72264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1826"/>
            <a:ext cx="10515600" cy="5148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653009"/>
            <a:ext cx="5157787" cy="320029"/>
          </a:xfrm>
        </p:spPr>
        <p:txBody>
          <a:bodyPr anchor="b"/>
          <a:lstStyle>
            <a:lvl1pPr marL="0" indent="0">
              <a:buNone/>
              <a:defRPr sz="932" b="1"/>
            </a:lvl1pPr>
            <a:lvl2pPr marL="177579" indent="0">
              <a:buNone/>
              <a:defRPr sz="777" b="1"/>
            </a:lvl2pPr>
            <a:lvl3pPr marL="355159" indent="0">
              <a:buNone/>
              <a:defRPr sz="699" b="1"/>
            </a:lvl3pPr>
            <a:lvl4pPr marL="532736" indent="0">
              <a:buNone/>
              <a:defRPr sz="621" b="1"/>
            </a:lvl4pPr>
            <a:lvl5pPr marL="710316" indent="0">
              <a:buNone/>
              <a:defRPr sz="621" b="1"/>
            </a:lvl5pPr>
            <a:lvl6pPr marL="887895" indent="0">
              <a:buNone/>
              <a:defRPr sz="621" b="1"/>
            </a:lvl6pPr>
            <a:lvl7pPr marL="1065475" indent="0">
              <a:buNone/>
              <a:defRPr sz="621" b="1"/>
            </a:lvl7pPr>
            <a:lvl8pPr marL="1243053" indent="0">
              <a:buNone/>
              <a:defRPr sz="621" b="1"/>
            </a:lvl8pPr>
            <a:lvl9pPr marL="1420633" indent="0">
              <a:buNone/>
              <a:defRPr sz="62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973036"/>
            <a:ext cx="5157787" cy="14311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53009"/>
            <a:ext cx="5183188" cy="320029"/>
          </a:xfrm>
        </p:spPr>
        <p:txBody>
          <a:bodyPr anchor="b"/>
          <a:lstStyle>
            <a:lvl1pPr marL="0" indent="0">
              <a:buNone/>
              <a:defRPr sz="932" b="1"/>
            </a:lvl1pPr>
            <a:lvl2pPr marL="177579" indent="0">
              <a:buNone/>
              <a:defRPr sz="777" b="1"/>
            </a:lvl2pPr>
            <a:lvl3pPr marL="355159" indent="0">
              <a:buNone/>
              <a:defRPr sz="699" b="1"/>
            </a:lvl3pPr>
            <a:lvl4pPr marL="532736" indent="0">
              <a:buNone/>
              <a:defRPr sz="621" b="1"/>
            </a:lvl4pPr>
            <a:lvl5pPr marL="710316" indent="0">
              <a:buNone/>
              <a:defRPr sz="621" b="1"/>
            </a:lvl5pPr>
            <a:lvl6pPr marL="887895" indent="0">
              <a:buNone/>
              <a:defRPr sz="621" b="1"/>
            </a:lvl6pPr>
            <a:lvl7pPr marL="1065475" indent="0">
              <a:buNone/>
              <a:defRPr sz="621" b="1"/>
            </a:lvl7pPr>
            <a:lvl8pPr marL="1243053" indent="0">
              <a:buNone/>
              <a:defRPr sz="621" b="1"/>
            </a:lvl8pPr>
            <a:lvl9pPr marL="1420633" indent="0">
              <a:buNone/>
              <a:defRPr sz="621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73036"/>
            <a:ext cx="5183188" cy="14311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324598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10149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244861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77590"/>
            <a:ext cx="3932237" cy="621559"/>
          </a:xfrm>
        </p:spPr>
        <p:txBody>
          <a:bodyPr anchor="b"/>
          <a:lstStyle>
            <a:lvl1pPr>
              <a:defRPr sz="12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83542"/>
            <a:ext cx="6172200" cy="1893042"/>
          </a:xfrm>
        </p:spPr>
        <p:txBody>
          <a:bodyPr/>
          <a:lstStyle>
            <a:lvl1pPr>
              <a:defRPr sz="1243"/>
            </a:lvl1pPr>
            <a:lvl2pPr>
              <a:defRPr sz="1088"/>
            </a:lvl2pPr>
            <a:lvl3pPr>
              <a:defRPr sz="932"/>
            </a:lvl3pPr>
            <a:lvl4pPr>
              <a:defRPr sz="777"/>
            </a:lvl4pPr>
            <a:lvl5pPr>
              <a:defRPr sz="777"/>
            </a:lvl5pPr>
            <a:lvl6pPr>
              <a:defRPr sz="777"/>
            </a:lvl6pPr>
            <a:lvl7pPr>
              <a:defRPr sz="777"/>
            </a:lvl7pPr>
            <a:lvl8pPr>
              <a:defRPr sz="777"/>
            </a:lvl8pPr>
            <a:lvl9pPr>
              <a:defRPr sz="77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799147"/>
            <a:ext cx="3932237" cy="1480520"/>
          </a:xfrm>
        </p:spPr>
        <p:txBody>
          <a:bodyPr/>
          <a:lstStyle>
            <a:lvl1pPr marL="0" indent="0">
              <a:buNone/>
              <a:defRPr sz="621"/>
            </a:lvl1pPr>
            <a:lvl2pPr marL="177579" indent="0">
              <a:buNone/>
              <a:defRPr sz="544"/>
            </a:lvl2pPr>
            <a:lvl3pPr marL="355159" indent="0">
              <a:buNone/>
              <a:defRPr sz="466"/>
            </a:lvl3pPr>
            <a:lvl4pPr marL="532736" indent="0">
              <a:buNone/>
              <a:defRPr sz="388"/>
            </a:lvl4pPr>
            <a:lvl5pPr marL="710316" indent="0">
              <a:buNone/>
              <a:defRPr sz="388"/>
            </a:lvl5pPr>
            <a:lvl6pPr marL="887895" indent="0">
              <a:buNone/>
              <a:defRPr sz="388"/>
            </a:lvl6pPr>
            <a:lvl7pPr marL="1065475" indent="0">
              <a:buNone/>
              <a:defRPr sz="388"/>
            </a:lvl7pPr>
            <a:lvl8pPr marL="1243053" indent="0">
              <a:buNone/>
              <a:defRPr sz="388"/>
            </a:lvl8pPr>
            <a:lvl9pPr marL="1420633" indent="0">
              <a:buNone/>
              <a:defRPr sz="38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383544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177590"/>
            <a:ext cx="3932237" cy="621559"/>
          </a:xfrm>
        </p:spPr>
        <p:txBody>
          <a:bodyPr anchor="b"/>
          <a:lstStyle>
            <a:lvl1pPr>
              <a:defRPr sz="124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83542"/>
            <a:ext cx="6172200" cy="1893042"/>
          </a:xfrm>
        </p:spPr>
        <p:txBody>
          <a:bodyPr anchor="t"/>
          <a:lstStyle>
            <a:lvl1pPr marL="0" indent="0">
              <a:buNone/>
              <a:defRPr sz="1243"/>
            </a:lvl1pPr>
            <a:lvl2pPr marL="177579" indent="0">
              <a:buNone/>
              <a:defRPr sz="1088"/>
            </a:lvl2pPr>
            <a:lvl3pPr marL="355159" indent="0">
              <a:buNone/>
              <a:defRPr sz="932"/>
            </a:lvl3pPr>
            <a:lvl4pPr marL="532736" indent="0">
              <a:buNone/>
              <a:defRPr sz="777"/>
            </a:lvl4pPr>
            <a:lvl5pPr marL="710316" indent="0">
              <a:buNone/>
              <a:defRPr sz="777"/>
            </a:lvl5pPr>
            <a:lvl6pPr marL="887895" indent="0">
              <a:buNone/>
              <a:defRPr sz="777"/>
            </a:lvl6pPr>
            <a:lvl7pPr marL="1065475" indent="0">
              <a:buNone/>
              <a:defRPr sz="777"/>
            </a:lvl7pPr>
            <a:lvl8pPr marL="1243053" indent="0">
              <a:buNone/>
              <a:defRPr sz="777"/>
            </a:lvl8pPr>
            <a:lvl9pPr marL="1420633" indent="0">
              <a:buNone/>
              <a:defRPr sz="77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799147"/>
            <a:ext cx="3932237" cy="1480520"/>
          </a:xfrm>
        </p:spPr>
        <p:txBody>
          <a:bodyPr/>
          <a:lstStyle>
            <a:lvl1pPr marL="0" indent="0">
              <a:buNone/>
              <a:defRPr sz="621"/>
            </a:lvl1pPr>
            <a:lvl2pPr marL="177579" indent="0">
              <a:buNone/>
              <a:defRPr sz="544"/>
            </a:lvl2pPr>
            <a:lvl3pPr marL="355159" indent="0">
              <a:buNone/>
              <a:defRPr sz="466"/>
            </a:lvl3pPr>
            <a:lvl4pPr marL="532736" indent="0">
              <a:buNone/>
              <a:defRPr sz="388"/>
            </a:lvl4pPr>
            <a:lvl5pPr marL="710316" indent="0">
              <a:buNone/>
              <a:defRPr sz="388"/>
            </a:lvl5pPr>
            <a:lvl6pPr marL="887895" indent="0">
              <a:buNone/>
              <a:defRPr sz="388"/>
            </a:lvl6pPr>
            <a:lvl7pPr marL="1065475" indent="0">
              <a:buNone/>
              <a:defRPr sz="388"/>
            </a:lvl7pPr>
            <a:lvl8pPr marL="1243053" indent="0">
              <a:buNone/>
              <a:defRPr sz="388"/>
            </a:lvl8pPr>
            <a:lvl9pPr marL="1420633" indent="0">
              <a:buNone/>
              <a:defRPr sz="38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375167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195847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41826"/>
            <a:ext cx="2628900" cy="225746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41826"/>
            <a:ext cx="7734300" cy="225746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148251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41826"/>
            <a:ext cx="10515600" cy="514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09120"/>
            <a:ext cx="10515600" cy="1690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468971"/>
            <a:ext cx="2743200" cy="141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6A115-7660-4755-9369-A4BE572E069B}" type="datetimeFigureOut">
              <a:rPr lang="es-PH" smtClean="0"/>
              <a:t>04/11/2026</a:t>
            </a:fld>
            <a:endParaRPr lang="es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468971"/>
            <a:ext cx="4114800" cy="141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2468971"/>
            <a:ext cx="2743200" cy="141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24124-F037-4726-9FD6-23CB607049BB}" type="slidenum">
              <a:rPr lang="es-PH" smtClean="0"/>
              <a:t>‹Nº›</a:t>
            </a:fld>
            <a:endParaRPr lang="es-PH"/>
          </a:p>
        </p:txBody>
      </p:sp>
    </p:spTree>
    <p:extLst>
      <p:ext uri="{BB962C8B-B14F-4D97-AF65-F5344CB8AC3E}">
        <p14:creationId xmlns:p14="http://schemas.microsoft.com/office/powerpoint/2010/main" val="371923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355159" rtl="0" eaLnBrk="1" latinLnBrk="0" hangingPunct="1">
        <a:lnSpc>
          <a:spcPct val="90000"/>
        </a:lnSpc>
        <a:spcBef>
          <a:spcPct val="0"/>
        </a:spcBef>
        <a:buNone/>
        <a:defRPr sz="17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8789" indent="-88789" algn="l" defTabSz="355159" rtl="0" eaLnBrk="1" latinLnBrk="0" hangingPunct="1">
        <a:lnSpc>
          <a:spcPct val="90000"/>
        </a:lnSpc>
        <a:spcBef>
          <a:spcPts val="388"/>
        </a:spcBef>
        <a:buFont typeface="Arial" panose="020B0604020202020204" pitchFamily="34" charset="0"/>
        <a:buChar char="•"/>
        <a:defRPr sz="1088" kern="1200">
          <a:solidFill>
            <a:schemeClr val="tx1"/>
          </a:solidFill>
          <a:latin typeface="+mn-lt"/>
          <a:ea typeface="+mn-ea"/>
          <a:cs typeface="+mn-cs"/>
        </a:defRPr>
      </a:lvl1pPr>
      <a:lvl2pPr marL="266369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932" kern="1200">
          <a:solidFill>
            <a:schemeClr val="tx1"/>
          </a:solidFill>
          <a:latin typeface="+mn-lt"/>
          <a:ea typeface="+mn-ea"/>
          <a:cs typeface="+mn-cs"/>
        </a:defRPr>
      </a:lvl2pPr>
      <a:lvl3pPr marL="443947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777" kern="1200">
          <a:solidFill>
            <a:schemeClr val="tx1"/>
          </a:solidFill>
          <a:latin typeface="+mn-lt"/>
          <a:ea typeface="+mn-ea"/>
          <a:cs typeface="+mn-cs"/>
        </a:defRPr>
      </a:lvl3pPr>
      <a:lvl4pPr marL="621527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4pPr>
      <a:lvl5pPr marL="799106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5pPr>
      <a:lvl6pPr marL="976685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6pPr>
      <a:lvl7pPr marL="1154264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7pPr>
      <a:lvl8pPr marL="1331843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8pPr>
      <a:lvl9pPr marL="1509422" indent="-88789" algn="l" defTabSz="355159" rtl="0" eaLnBrk="1" latinLnBrk="0" hangingPunct="1">
        <a:lnSpc>
          <a:spcPct val="90000"/>
        </a:lnSpc>
        <a:spcBef>
          <a:spcPts val="194"/>
        </a:spcBef>
        <a:buFont typeface="Arial" panose="020B0604020202020204" pitchFamily="34" charset="0"/>
        <a:buChar char="•"/>
        <a:defRPr sz="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1pPr>
      <a:lvl2pPr marL="177579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2pPr>
      <a:lvl3pPr marL="355159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3pPr>
      <a:lvl4pPr marL="532736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4pPr>
      <a:lvl5pPr marL="710316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5pPr>
      <a:lvl6pPr marL="887895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6pPr>
      <a:lvl7pPr marL="1065475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7pPr>
      <a:lvl8pPr marL="1243053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8pPr>
      <a:lvl9pPr marL="1420633" algn="l" defTabSz="355159" rtl="0" eaLnBrk="1" latinLnBrk="0" hangingPunct="1">
        <a:defRPr sz="6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EDE0F0-D01C-4059-31BC-03F87D82076A}"/>
              </a:ext>
            </a:extLst>
          </p:cNvPr>
          <p:cNvSpPr txBox="1"/>
          <p:nvPr/>
        </p:nvSpPr>
        <p:spPr>
          <a:xfrm>
            <a:off x="3872612" y="1045684"/>
            <a:ext cx="4446782" cy="1105188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es-MX" sz="6601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tany Signature" pitchFamily="2" charset="0"/>
              </a:rPr>
              <a:t>Antojitos</a:t>
            </a:r>
            <a:endParaRPr lang="es-PH" sz="6601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tany Signature" pitchFamily="2" charset="0"/>
            </a:endParaRPr>
          </a:p>
        </p:txBody>
      </p:sp>
      <p:pic>
        <p:nvPicPr>
          <p:cNvPr id="3" name="Imagen 2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89D95D4-13FA-5279-DD1D-55885A946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093" y="0"/>
            <a:ext cx="2152703" cy="26638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3F761E8-634C-3B4B-CDB3-C2EDF1D572A6}"/>
              </a:ext>
            </a:extLst>
          </p:cNvPr>
          <p:cNvSpPr txBox="1"/>
          <p:nvPr/>
        </p:nvSpPr>
        <p:spPr>
          <a:xfrm>
            <a:off x="6221529" y="2015180"/>
            <a:ext cx="1717788" cy="39714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s-MX" sz="2000" b="1" dirty="0">
                <a:ln/>
                <a:solidFill>
                  <a:srgbClr val="DBA10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Express</a:t>
            </a:r>
            <a:endParaRPr lang="es-PH" sz="2000" b="1" dirty="0">
              <a:ln/>
              <a:solidFill>
                <a:srgbClr val="DBA10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5ECEAD-9AAD-ADF2-3719-4827261BC16E}"/>
              </a:ext>
            </a:extLst>
          </p:cNvPr>
          <p:cNvSpPr txBox="1"/>
          <p:nvPr/>
        </p:nvSpPr>
        <p:spPr>
          <a:xfrm>
            <a:off x="3872609" y="414742"/>
            <a:ext cx="1747468" cy="36630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es-MX" b="1" dirty="0">
                <a:latin typeface="Futura Bk BT" panose="020B0502020204020303" pitchFamily="34" charset="0"/>
              </a:rPr>
              <a:t>Fuente de Soda</a:t>
            </a:r>
            <a:endParaRPr lang="es-PH" b="1" dirty="0"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423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6676E58-2002-A335-E0A1-EB55C3A7D7BF}"/>
              </a:ext>
            </a:extLst>
          </p:cNvPr>
          <p:cNvGrpSpPr/>
          <p:nvPr/>
        </p:nvGrpSpPr>
        <p:grpSpPr>
          <a:xfrm>
            <a:off x="144209" y="141522"/>
            <a:ext cx="1837786" cy="2255061"/>
            <a:chOff x="406380" y="564338"/>
            <a:chExt cx="1837786" cy="1840011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10C50978-3E3E-3FB2-2D84-5A3D8AF0891F}"/>
                </a:ext>
              </a:extLst>
            </p:cNvPr>
            <p:cNvSpPr/>
            <p:nvPr/>
          </p:nvSpPr>
          <p:spPr>
            <a:xfrm>
              <a:off x="474750" y="564338"/>
              <a:ext cx="1769416" cy="1836116"/>
            </a:xfrm>
            <a:prstGeom prst="roundRect">
              <a:avLst>
                <a:gd name="adj" fmla="val 385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C74AC43-FE8A-0C2E-046D-C21446050C37}"/>
                </a:ext>
              </a:extLst>
            </p:cNvPr>
            <p:cNvGrpSpPr/>
            <p:nvPr/>
          </p:nvGrpSpPr>
          <p:grpSpPr>
            <a:xfrm>
              <a:off x="406380" y="564338"/>
              <a:ext cx="1837786" cy="1840011"/>
              <a:chOff x="660474" y="2213316"/>
              <a:chExt cx="1835145" cy="1840011"/>
            </a:xfrm>
          </p:grpSpPr>
          <p:grpSp>
            <p:nvGrpSpPr>
              <p:cNvPr id="5" name="Grupo 4">
                <a:extLst>
                  <a:ext uri="{FF2B5EF4-FFF2-40B4-BE49-F238E27FC236}">
                    <a16:creationId xmlns:a16="http://schemas.microsoft.com/office/drawing/2014/main" id="{81DD39CF-3D7B-9F8D-4B30-45C340B0E304}"/>
                  </a:ext>
                </a:extLst>
              </p:cNvPr>
              <p:cNvGrpSpPr/>
              <p:nvPr/>
            </p:nvGrpSpPr>
            <p:grpSpPr>
              <a:xfrm>
                <a:off x="660474" y="2213316"/>
                <a:ext cx="1835145" cy="1840011"/>
                <a:chOff x="660474" y="2213316"/>
                <a:chExt cx="1835145" cy="1840011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B3557F48-5052-5A61-C325-B30DBA39B9FD}"/>
                    </a:ext>
                  </a:extLst>
                </p:cNvPr>
                <p:cNvSpPr txBox="1"/>
                <p:nvPr/>
              </p:nvSpPr>
              <p:spPr>
                <a:xfrm>
                  <a:off x="660474" y="2594489"/>
                  <a:ext cx="1835145" cy="14588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Surtidos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Fresa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Papaya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Plátano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Piña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Mango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Naranja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Fresa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Especial	S/.</a:t>
                  </a:r>
                </a:p>
              </p:txBody>
            </p:sp>
            <p:grpSp>
              <p:nvGrpSpPr>
                <p:cNvPr id="17" name="Grupo 16">
                  <a:extLst>
                    <a:ext uri="{FF2B5EF4-FFF2-40B4-BE49-F238E27FC236}">
                      <a16:creationId xmlns:a16="http://schemas.microsoft.com/office/drawing/2014/main" id="{0ED5E39A-778E-5745-EA06-8F3325E86FCA}"/>
                    </a:ext>
                  </a:extLst>
                </p:cNvPr>
                <p:cNvGrpSpPr/>
                <p:nvPr/>
              </p:nvGrpSpPr>
              <p:grpSpPr>
                <a:xfrm>
                  <a:off x="712724" y="2213316"/>
                  <a:ext cx="1771860" cy="383619"/>
                  <a:chOff x="712724" y="2213316"/>
                  <a:chExt cx="1771860" cy="383619"/>
                </a:xfrm>
              </p:grpSpPr>
              <p:sp>
                <p:nvSpPr>
                  <p:cNvPr id="18" name="Rectángulo: esquinas redondeadas 17">
                    <a:extLst>
                      <a:ext uri="{FF2B5EF4-FFF2-40B4-BE49-F238E27FC236}">
                        <a16:creationId xmlns:a16="http://schemas.microsoft.com/office/drawing/2014/main" id="{83B129DF-8E6B-5D4B-22EB-67ABA701FD53}"/>
                      </a:ext>
                    </a:extLst>
                  </p:cNvPr>
                  <p:cNvSpPr/>
                  <p:nvPr/>
                </p:nvSpPr>
                <p:spPr>
                  <a:xfrm>
                    <a:off x="751028" y="2227603"/>
                    <a:ext cx="1733556" cy="369332"/>
                  </a:xfrm>
                  <a:prstGeom prst="round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9F4B4745-DDBE-791D-EAD0-DB5FBE80C2F1}"/>
                      </a:ext>
                    </a:extLst>
                  </p:cNvPr>
                  <p:cNvSpPr txBox="1"/>
                  <p:nvPr/>
                </p:nvSpPr>
                <p:spPr>
                  <a:xfrm>
                    <a:off x="712724" y="2213316"/>
                    <a:ext cx="946638" cy="3051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07950" dist="12700" dir="5400000" algn="ctr">
                      <a:srgbClr val="000000"/>
                    </a:outerShdw>
                  </a:effectLst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MX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ahnschrift Light SemiCondensed" panose="020B0502040204020203" pitchFamily="34" charset="0"/>
                      </a:rPr>
                      <a:t>JUGOS</a:t>
                    </a:r>
                  </a:p>
                </p:txBody>
              </p:sp>
            </p:grpSp>
          </p:grpSp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3035D3F1-091F-6B23-CBD6-4E68EA60E634}"/>
                  </a:ext>
                </a:extLst>
              </p:cNvPr>
              <p:cNvSpPr/>
              <p:nvPr/>
            </p:nvSpPr>
            <p:spPr>
              <a:xfrm>
                <a:off x="1921323" y="2647650"/>
                <a:ext cx="542925" cy="120815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H" dirty="0"/>
              </a:p>
            </p:txBody>
          </p:sp>
        </p:grp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1B60E027-3BD9-7F3E-4E85-93EBC4857E79}"/>
              </a:ext>
            </a:extLst>
          </p:cNvPr>
          <p:cNvGrpSpPr/>
          <p:nvPr/>
        </p:nvGrpSpPr>
        <p:grpSpPr>
          <a:xfrm>
            <a:off x="7881272" y="129097"/>
            <a:ext cx="1972343" cy="1616365"/>
            <a:chOff x="7696725" y="214200"/>
            <a:chExt cx="1972343" cy="1616365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CC5FD795-25A7-CB3D-DEAF-E75F3DAD6BF1}"/>
                </a:ext>
              </a:extLst>
            </p:cNvPr>
            <p:cNvSpPr/>
            <p:nvPr/>
          </p:nvSpPr>
          <p:spPr>
            <a:xfrm>
              <a:off x="7774043" y="252639"/>
              <a:ext cx="1895025" cy="1577926"/>
            </a:xfrm>
            <a:prstGeom prst="roundRect">
              <a:avLst>
                <a:gd name="adj" fmla="val 385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8D363207-6EE5-BD17-439E-BBF245E150FA}"/>
                </a:ext>
              </a:extLst>
            </p:cNvPr>
            <p:cNvGrpSpPr/>
            <p:nvPr/>
          </p:nvGrpSpPr>
          <p:grpSpPr>
            <a:xfrm>
              <a:off x="7696725" y="214200"/>
              <a:ext cx="1972343" cy="1584060"/>
              <a:chOff x="762115" y="5804599"/>
              <a:chExt cx="2004878" cy="1551571"/>
            </a:xfrm>
          </p:grpSpPr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9D39DFD5-80AE-7D0D-3FAE-B46A410DDCB4}"/>
                  </a:ext>
                </a:extLst>
              </p:cNvPr>
              <p:cNvGrpSpPr/>
              <p:nvPr/>
            </p:nvGrpSpPr>
            <p:grpSpPr>
              <a:xfrm>
                <a:off x="762115" y="5804599"/>
                <a:ext cx="2004878" cy="1551571"/>
                <a:chOff x="3960532" y="5943446"/>
                <a:chExt cx="2004878" cy="1551571"/>
              </a:xfrm>
            </p:grpSpPr>
            <p:sp>
              <p:nvSpPr>
                <p:cNvPr id="26" name="Rectángulo: esquinas redondeadas 25">
                  <a:extLst>
                    <a:ext uri="{FF2B5EF4-FFF2-40B4-BE49-F238E27FC236}">
                      <a16:creationId xmlns:a16="http://schemas.microsoft.com/office/drawing/2014/main" id="{57A56E41-B585-302D-30A4-E46688E8D053}"/>
                    </a:ext>
                  </a:extLst>
                </p:cNvPr>
                <p:cNvSpPr/>
                <p:nvPr/>
              </p:nvSpPr>
              <p:spPr>
                <a:xfrm>
                  <a:off x="4057324" y="5994700"/>
                  <a:ext cx="1889930" cy="369332"/>
                </a:xfrm>
                <a:prstGeom prst="roundRect">
                  <a:avLst>
                    <a:gd name="adj" fmla="val 14141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H" dirty="0"/>
                </a:p>
              </p:txBody>
            </p:sp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A0AA7C3D-4DF3-8B7E-DB5B-48F9F063DBAA}"/>
                    </a:ext>
                  </a:extLst>
                </p:cNvPr>
                <p:cNvSpPr txBox="1"/>
                <p:nvPr/>
              </p:nvSpPr>
              <p:spPr>
                <a:xfrm>
                  <a:off x="3992361" y="5943446"/>
                  <a:ext cx="1711690" cy="35754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r>
                    <a:rPr lang="es-MX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Bahnschrift Light SemiCondensed" panose="020B0502040204020203" pitchFamily="34" charset="0"/>
                    </a:rPr>
                    <a:t>BEBIDAS FRIAS</a:t>
                  </a:r>
                </a:p>
              </p:txBody>
            </p:sp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14D77102-19B7-9F28-607A-AA639A69A72B}"/>
                    </a:ext>
                  </a:extLst>
                </p:cNvPr>
                <p:cNvSpPr txBox="1"/>
                <p:nvPr/>
              </p:nvSpPr>
              <p:spPr>
                <a:xfrm>
                  <a:off x="3960532" y="6319307"/>
                  <a:ext cx="2004878" cy="1175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Chicha morada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</a:t>
                  </a:r>
                  <a:r>
                    <a:rPr lang="es-MX" sz="1200" dirty="0" err="1">
                      <a:latin typeface="Bahnschrift Light SemiCondensed" panose="020B0502040204020203" pitchFamily="34" charset="0"/>
                    </a:rPr>
                    <a:t>Maracumango</a:t>
                  </a:r>
                  <a:r>
                    <a:rPr lang="es-MX" sz="1200" dirty="0">
                      <a:latin typeface="Bahnschrift Light SemiCondensed" panose="020B0502040204020203" pitchFamily="34" charset="0"/>
                    </a:rPr>
                    <a:t>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Limonada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Coca Cola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Inca Kola 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Agua Mineral	    S/.</a:t>
                  </a:r>
                </a:p>
              </p:txBody>
            </p: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D9E7412A-C228-3253-76C8-3E89BCCDDF68}"/>
                    </a:ext>
                  </a:extLst>
                </p:cNvPr>
                <p:cNvGrpSpPr/>
                <p:nvPr/>
              </p:nvGrpSpPr>
              <p:grpSpPr>
                <a:xfrm>
                  <a:off x="5385298" y="6387415"/>
                  <a:ext cx="542924" cy="672968"/>
                  <a:chOff x="1987759" y="2777690"/>
                  <a:chExt cx="542924" cy="672968"/>
                </a:xfrm>
              </p:grpSpPr>
              <p:sp>
                <p:nvSpPr>
                  <p:cNvPr id="30" name="Rectángulo: esquinas redondeadas 29">
                    <a:extLst>
                      <a:ext uri="{FF2B5EF4-FFF2-40B4-BE49-F238E27FC236}">
                        <a16:creationId xmlns:a16="http://schemas.microsoft.com/office/drawing/2014/main" id="{B668CEB6-B811-60BB-1470-FE95AAA16714}"/>
                      </a:ext>
                    </a:extLst>
                  </p:cNvPr>
                  <p:cNvSpPr/>
                  <p:nvPr/>
                </p:nvSpPr>
                <p:spPr>
                  <a:xfrm>
                    <a:off x="1987759" y="2777690"/>
                    <a:ext cx="542924" cy="14813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31" name="Rectángulo: esquinas redondeadas 30">
                    <a:extLst>
                      <a:ext uri="{FF2B5EF4-FFF2-40B4-BE49-F238E27FC236}">
                        <a16:creationId xmlns:a16="http://schemas.microsoft.com/office/drawing/2014/main" id="{9EF6B451-621B-D2AB-AC97-370E7439B929}"/>
                      </a:ext>
                    </a:extLst>
                  </p:cNvPr>
                  <p:cNvSpPr/>
                  <p:nvPr/>
                </p:nvSpPr>
                <p:spPr>
                  <a:xfrm>
                    <a:off x="1987759" y="2949704"/>
                    <a:ext cx="542924" cy="14813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32" name="Rectángulo: esquinas redondeadas 31">
                    <a:extLst>
                      <a:ext uri="{FF2B5EF4-FFF2-40B4-BE49-F238E27FC236}">
                        <a16:creationId xmlns:a16="http://schemas.microsoft.com/office/drawing/2014/main" id="{A39FFD17-21A4-3F6A-7E4D-88CC8E04AB02}"/>
                      </a:ext>
                    </a:extLst>
                  </p:cNvPr>
                  <p:cNvSpPr/>
                  <p:nvPr/>
                </p:nvSpPr>
                <p:spPr>
                  <a:xfrm>
                    <a:off x="1987759" y="3129343"/>
                    <a:ext cx="542924" cy="14813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33" name="Rectángulo: esquinas redondeadas 32">
                    <a:extLst>
                      <a:ext uri="{FF2B5EF4-FFF2-40B4-BE49-F238E27FC236}">
                        <a16:creationId xmlns:a16="http://schemas.microsoft.com/office/drawing/2014/main" id="{D60B881A-6464-EF76-BE5E-3C1B3C9F8E71}"/>
                      </a:ext>
                    </a:extLst>
                  </p:cNvPr>
                  <p:cNvSpPr/>
                  <p:nvPr/>
                </p:nvSpPr>
                <p:spPr>
                  <a:xfrm>
                    <a:off x="1987759" y="3302519"/>
                    <a:ext cx="542924" cy="148139"/>
                  </a:xfrm>
                  <a:prstGeom prst="roundRect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</p:grpSp>
          </p:grpSp>
          <p:sp>
            <p:nvSpPr>
              <p:cNvPr id="24" name="Rectángulo: esquinas redondeadas 23">
                <a:extLst>
                  <a:ext uri="{FF2B5EF4-FFF2-40B4-BE49-F238E27FC236}">
                    <a16:creationId xmlns:a16="http://schemas.microsoft.com/office/drawing/2014/main" id="{4D30A09B-2920-FEF0-9C6D-9E2825D59CCF}"/>
                  </a:ext>
                </a:extLst>
              </p:cNvPr>
              <p:cNvSpPr/>
              <p:nvPr/>
            </p:nvSpPr>
            <p:spPr>
              <a:xfrm>
                <a:off x="2185611" y="6949640"/>
                <a:ext cx="542924" cy="148139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H" dirty="0"/>
              </a:p>
            </p:txBody>
          </p:sp>
          <p:sp>
            <p:nvSpPr>
              <p:cNvPr id="25" name="Rectángulo: esquinas redondeadas 24">
                <a:extLst>
                  <a:ext uri="{FF2B5EF4-FFF2-40B4-BE49-F238E27FC236}">
                    <a16:creationId xmlns:a16="http://schemas.microsoft.com/office/drawing/2014/main" id="{CDC6636A-B98B-9641-A94A-68887558285E}"/>
                  </a:ext>
                </a:extLst>
              </p:cNvPr>
              <p:cNvSpPr/>
              <p:nvPr/>
            </p:nvSpPr>
            <p:spPr>
              <a:xfrm>
                <a:off x="2186484" y="7120634"/>
                <a:ext cx="542924" cy="148139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H" dirty="0"/>
              </a:p>
            </p:txBody>
          </p: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41FE58B7-8A64-AE69-CB38-B18E28BDC4B6}"/>
              </a:ext>
            </a:extLst>
          </p:cNvPr>
          <p:cNvGrpSpPr/>
          <p:nvPr/>
        </p:nvGrpSpPr>
        <p:grpSpPr>
          <a:xfrm>
            <a:off x="5766781" y="161618"/>
            <a:ext cx="2014019" cy="1350178"/>
            <a:chOff x="3590130" y="2912759"/>
            <a:chExt cx="2018153" cy="1441640"/>
          </a:xfrm>
        </p:grpSpPr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897F1F7B-B8C1-2B1E-066F-6B7345ADC278}"/>
                </a:ext>
              </a:extLst>
            </p:cNvPr>
            <p:cNvSpPr/>
            <p:nvPr/>
          </p:nvSpPr>
          <p:spPr>
            <a:xfrm>
              <a:off x="3658595" y="2912759"/>
              <a:ext cx="1940528" cy="1441640"/>
            </a:xfrm>
            <a:prstGeom prst="roundRect">
              <a:avLst>
                <a:gd name="adj" fmla="val 385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071D32A1-569E-F2F8-2C58-0C16A3EA7EC1}"/>
                </a:ext>
              </a:extLst>
            </p:cNvPr>
            <p:cNvGrpSpPr/>
            <p:nvPr/>
          </p:nvGrpSpPr>
          <p:grpSpPr>
            <a:xfrm>
              <a:off x="3590130" y="2929598"/>
              <a:ext cx="2018153" cy="1202092"/>
              <a:chOff x="3774484" y="5780840"/>
              <a:chExt cx="2018153" cy="1202092"/>
            </a:xfrm>
          </p:grpSpPr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7392B92F-105B-578A-4631-4EBB60654A4D}"/>
                  </a:ext>
                </a:extLst>
              </p:cNvPr>
              <p:cNvGrpSpPr/>
              <p:nvPr/>
            </p:nvGrpSpPr>
            <p:grpSpPr>
              <a:xfrm>
                <a:off x="3774484" y="5780840"/>
                <a:ext cx="2018153" cy="1202092"/>
                <a:chOff x="3952911" y="7438044"/>
                <a:chExt cx="2018153" cy="1202092"/>
              </a:xfrm>
            </p:grpSpPr>
            <p:sp>
              <p:nvSpPr>
                <p:cNvPr id="63" name="Rectángulo: esquinas redondeadas 62">
                  <a:extLst>
                    <a:ext uri="{FF2B5EF4-FFF2-40B4-BE49-F238E27FC236}">
                      <a16:creationId xmlns:a16="http://schemas.microsoft.com/office/drawing/2014/main" id="{D94A94EE-3059-FD86-5C29-434376A6EC94}"/>
                    </a:ext>
                  </a:extLst>
                </p:cNvPr>
                <p:cNvSpPr/>
                <p:nvPr/>
              </p:nvSpPr>
              <p:spPr>
                <a:xfrm>
                  <a:off x="4035310" y="7439163"/>
                  <a:ext cx="1918717" cy="369332"/>
                </a:xfrm>
                <a:prstGeom prst="round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H" dirty="0"/>
                </a:p>
              </p:txBody>
            </p:sp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1FA15B58-DF85-2D2D-5163-B9ADE6807859}"/>
                    </a:ext>
                  </a:extLst>
                </p:cNvPr>
                <p:cNvSpPr txBox="1"/>
                <p:nvPr/>
              </p:nvSpPr>
              <p:spPr>
                <a:xfrm>
                  <a:off x="3952911" y="7777328"/>
                  <a:ext cx="1873193" cy="8628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Manzanilla	    S/. 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Anís	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Té	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Café		    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Café con leche	    S/.</a:t>
                  </a:r>
                </a:p>
              </p:txBody>
            </p:sp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BC588DD1-4F72-2F57-5816-C75384783C07}"/>
                    </a:ext>
                  </a:extLst>
                </p:cNvPr>
                <p:cNvSpPr txBox="1"/>
                <p:nvPr/>
              </p:nvSpPr>
              <p:spPr>
                <a:xfrm>
                  <a:off x="3988514" y="7438044"/>
                  <a:ext cx="1982550" cy="311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r>
                    <a:rPr lang="es-MX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Bahnschrift Light SemiCondensed" panose="020B0502040204020203" pitchFamily="34" charset="0"/>
                    </a:rPr>
                    <a:t>BEBIDAS CALIENTES</a:t>
                  </a:r>
                  <a:endParaRPr lang="es-PH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Bahnschrift Light SemiCondensed" panose="020B0502040204020203" pitchFamily="34" charset="0"/>
                  </a:endParaRPr>
                </a:p>
              </p:txBody>
            </p:sp>
            <p:grpSp>
              <p:nvGrpSpPr>
                <p:cNvPr id="66" name="Grupo 65">
                  <a:extLst>
                    <a:ext uri="{FF2B5EF4-FFF2-40B4-BE49-F238E27FC236}">
                      <a16:creationId xmlns:a16="http://schemas.microsoft.com/office/drawing/2014/main" id="{BC511748-296D-4C0F-8CDC-F90C3B1D539E}"/>
                    </a:ext>
                  </a:extLst>
                </p:cNvPr>
                <p:cNvGrpSpPr/>
                <p:nvPr/>
              </p:nvGrpSpPr>
              <p:grpSpPr>
                <a:xfrm>
                  <a:off x="5381831" y="7856584"/>
                  <a:ext cx="545306" cy="529983"/>
                  <a:chOff x="1995005" y="2732448"/>
                  <a:chExt cx="545306" cy="529983"/>
                </a:xfrm>
              </p:grpSpPr>
              <p:sp>
                <p:nvSpPr>
                  <p:cNvPr id="67" name="Rectángulo: esquinas redondeadas 66">
                    <a:extLst>
                      <a:ext uri="{FF2B5EF4-FFF2-40B4-BE49-F238E27FC236}">
                        <a16:creationId xmlns:a16="http://schemas.microsoft.com/office/drawing/2014/main" id="{50EAE938-7EA0-4E46-FB73-B0EF1A2930AF}"/>
                      </a:ext>
                    </a:extLst>
                  </p:cNvPr>
                  <p:cNvSpPr/>
                  <p:nvPr/>
                </p:nvSpPr>
                <p:spPr>
                  <a:xfrm>
                    <a:off x="1995005" y="2732448"/>
                    <a:ext cx="542924" cy="148139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 dirty="0"/>
                  </a:p>
                </p:txBody>
              </p:sp>
              <p:sp>
                <p:nvSpPr>
                  <p:cNvPr id="68" name="Rectángulo: esquinas redondeadas 67">
                    <a:extLst>
                      <a:ext uri="{FF2B5EF4-FFF2-40B4-BE49-F238E27FC236}">
                        <a16:creationId xmlns:a16="http://schemas.microsoft.com/office/drawing/2014/main" id="{6A1E8AF5-8EFA-D4C7-FE41-27F6E4A0B9EE}"/>
                      </a:ext>
                    </a:extLst>
                  </p:cNvPr>
                  <p:cNvSpPr/>
                  <p:nvPr/>
                </p:nvSpPr>
                <p:spPr>
                  <a:xfrm>
                    <a:off x="1997387" y="2922577"/>
                    <a:ext cx="542924" cy="148139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 dirty="0"/>
                  </a:p>
                </p:txBody>
              </p:sp>
              <p:sp>
                <p:nvSpPr>
                  <p:cNvPr id="69" name="Rectángulo: esquinas redondeadas 68">
                    <a:extLst>
                      <a:ext uri="{FF2B5EF4-FFF2-40B4-BE49-F238E27FC236}">
                        <a16:creationId xmlns:a16="http://schemas.microsoft.com/office/drawing/2014/main" id="{D5ED59E6-EB4F-23FB-F51F-7745EEF29B7F}"/>
                      </a:ext>
                    </a:extLst>
                  </p:cNvPr>
                  <p:cNvSpPr/>
                  <p:nvPr/>
                </p:nvSpPr>
                <p:spPr>
                  <a:xfrm>
                    <a:off x="1995006" y="3114291"/>
                    <a:ext cx="542924" cy="148140"/>
                  </a:xfrm>
                  <a:prstGeom prst="roundRect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 dirty="0"/>
                  </a:p>
                </p:txBody>
              </p:sp>
            </p:grpSp>
          </p:grpSp>
          <p:sp>
            <p:nvSpPr>
              <p:cNvPr id="61" name="Rectángulo: esquinas redondeadas 60">
                <a:extLst>
                  <a:ext uri="{FF2B5EF4-FFF2-40B4-BE49-F238E27FC236}">
                    <a16:creationId xmlns:a16="http://schemas.microsoft.com/office/drawing/2014/main" id="{662FC85D-905C-7369-D260-B9B71A7B1D3B}"/>
                  </a:ext>
                </a:extLst>
              </p:cNvPr>
              <p:cNvSpPr/>
              <p:nvPr/>
            </p:nvSpPr>
            <p:spPr>
              <a:xfrm>
                <a:off x="5201499" y="6760163"/>
                <a:ext cx="542924" cy="148139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H" dirty="0"/>
              </a:p>
            </p:txBody>
          </p:sp>
        </p:grp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1968C7D-EB19-B6AE-04F3-1594BA535F46}"/>
              </a:ext>
            </a:extLst>
          </p:cNvPr>
          <p:cNvGrpSpPr/>
          <p:nvPr/>
        </p:nvGrpSpPr>
        <p:grpSpPr>
          <a:xfrm>
            <a:off x="1977938" y="148367"/>
            <a:ext cx="2617413" cy="2275740"/>
            <a:chOff x="3579687" y="557267"/>
            <a:chExt cx="2617413" cy="2275741"/>
          </a:xfrm>
        </p:grpSpPr>
        <p:sp>
          <p:nvSpPr>
            <p:cNvPr id="71" name="Rectángulo: esquinas redondeadas 70">
              <a:extLst>
                <a:ext uri="{FF2B5EF4-FFF2-40B4-BE49-F238E27FC236}">
                  <a16:creationId xmlns:a16="http://schemas.microsoft.com/office/drawing/2014/main" id="{2D279B2B-7A80-8367-8645-C601161D1C56}"/>
                </a:ext>
              </a:extLst>
            </p:cNvPr>
            <p:cNvSpPr/>
            <p:nvPr/>
          </p:nvSpPr>
          <p:spPr>
            <a:xfrm>
              <a:off x="3641029" y="557267"/>
              <a:ext cx="1797154" cy="2255062"/>
            </a:xfrm>
            <a:prstGeom prst="roundRect">
              <a:avLst>
                <a:gd name="adj" fmla="val 385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6F86C730-3356-0AC4-453A-A4F0626A05B1}"/>
                </a:ext>
              </a:extLst>
            </p:cNvPr>
            <p:cNvGrpSpPr/>
            <p:nvPr/>
          </p:nvGrpSpPr>
          <p:grpSpPr>
            <a:xfrm>
              <a:off x="3579687" y="569161"/>
              <a:ext cx="2617413" cy="2263847"/>
              <a:chOff x="3579687" y="569161"/>
              <a:chExt cx="2617413" cy="2263847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8BDC988D-E145-4357-573F-4B29F19E5E4A}"/>
                  </a:ext>
                </a:extLst>
              </p:cNvPr>
              <p:cNvGrpSpPr/>
              <p:nvPr/>
            </p:nvGrpSpPr>
            <p:grpSpPr>
              <a:xfrm>
                <a:off x="3579687" y="1660975"/>
                <a:ext cx="2606970" cy="1172033"/>
                <a:chOff x="3967108" y="4766254"/>
                <a:chExt cx="2606970" cy="1172033"/>
              </a:xfrm>
            </p:grpSpPr>
            <p:sp>
              <p:nvSpPr>
                <p:cNvPr id="82" name="Rectángulo: esquinas redondeadas 81">
                  <a:extLst>
                    <a:ext uri="{FF2B5EF4-FFF2-40B4-BE49-F238E27FC236}">
                      <a16:creationId xmlns:a16="http://schemas.microsoft.com/office/drawing/2014/main" id="{B6D4EE23-5A35-AB75-8A06-D1F07A4363A2}"/>
                    </a:ext>
                  </a:extLst>
                </p:cNvPr>
                <p:cNvSpPr/>
                <p:nvPr/>
              </p:nvSpPr>
              <p:spPr>
                <a:xfrm>
                  <a:off x="4055541" y="4766254"/>
                  <a:ext cx="1744475" cy="369332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H" dirty="0"/>
                </a:p>
              </p:txBody>
            </p:sp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32C7D788-1A79-2A8F-F71C-F91A44FA93C8}"/>
                    </a:ext>
                  </a:extLst>
                </p:cNvPr>
                <p:cNvSpPr txBox="1"/>
                <p:nvPr/>
              </p:nvSpPr>
              <p:spPr>
                <a:xfrm>
                  <a:off x="3967108" y="5110372"/>
                  <a:ext cx="2606970" cy="827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Pollo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Palta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Queso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Aceituna	S/.</a:t>
                  </a: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7B75547C-E1F0-8DEF-6E2C-E0753EFF5273}"/>
                    </a:ext>
                  </a:extLst>
                </p:cNvPr>
                <p:cNvSpPr txBox="1"/>
                <p:nvPr/>
              </p:nvSpPr>
              <p:spPr>
                <a:xfrm>
                  <a:off x="4002914" y="4766255"/>
                  <a:ext cx="1526381" cy="366307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r>
                    <a:rPr lang="es-MX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Bahnschrift Light SemiCondensed" panose="020B0502040204020203" pitchFamily="34" charset="0"/>
                    </a:rPr>
                    <a:t>SANDWICHS</a:t>
                  </a:r>
                </a:p>
              </p:txBody>
            </p:sp>
            <p:grpSp>
              <p:nvGrpSpPr>
                <p:cNvPr id="85" name="Grupo 84">
                  <a:extLst>
                    <a:ext uri="{FF2B5EF4-FFF2-40B4-BE49-F238E27FC236}">
                      <a16:creationId xmlns:a16="http://schemas.microsoft.com/office/drawing/2014/main" id="{6E898C05-D0B9-CFCD-9EF8-E915F7735AAB}"/>
                    </a:ext>
                  </a:extLst>
                </p:cNvPr>
                <p:cNvGrpSpPr/>
                <p:nvPr/>
              </p:nvGrpSpPr>
              <p:grpSpPr>
                <a:xfrm>
                  <a:off x="5252698" y="5165107"/>
                  <a:ext cx="542924" cy="680589"/>
                  <a:chOff x="1881190" y="2812254"/>
                  <a:chExt cx="542924" cy="680589"/>
                </a:xfrm>
              </p:grpSpPr>
              <p:sp>
                <p:nvSpPr>
                  <p:cNvPr id="86" name="Rectángulo: esquinas redondeadas 85">
                    <a:extLst>
                      <a:ext uri="{FF2B5EF4-FFF2-40B4-BE49-F238E27FC236}">
                        <a16:creationId xmlns:a16="http://schemas.microsoft.com/office/drawing/2014/main" id="{B50D70C5-7F33-77B1-C5D0-BFC92E2292E1}"/>
                      </a:ext>
                    </a:extLst>
                  </p:cNvPr>
                  <p:cNvSpPr/>
                  <p:nvPr/>
                </p:nvSpPr>
                <p:spPr>
                  <a:xfrm>
                    <a:off x="1881190" y="2812254"/>
                    <a:ext cx="542924" cy="14813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87" name="Rectángulo: esquinas redondeadas 86">
                    <a:extLst>
                      <a:ext uri="{FF2B5EF4-FFF2-40B4-BE49-F238E27FC236}">
                        <a16:creationId xmlns:a16="http://schemas.microsoft.com/office/drawing/2014/main" id="{4A6DA771-E304-B5CE-B8AC-FCF7E67F5285}"/>
                      </a:ext>
                    </a:extLst>
                  </p:cNvPr>
                  <p:cNvSpPr/>
                  <p:nvPr/>
                </p:nvSpPr>
                <p:spPr>
                  <a:xfrm>
                    <a:off x="1881190" y="2991891"/>
                    <a:ext cx="542924" cy="14813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88" name="Rectángulo: esquinas redondeadas 87">
                    <a:extLst>
                      <a:ext uri="{FF2B5EF4-FFF2-40B4-BE49-F238E27FC236}">
                        <a16:creationId xmlns:a16="http://schemas.microsoft.com/office/drawing/2014/main" id="{CFF6F724-8F97-A994-9831-BA87E4A6E977}"/>
                      </a:ext>
                    </a:extLst>
                  </p:cNvPr>
                  <p:cNvSpPr/>
                  <p:nvPr/>
                </p:nvSpPr>
                <p:spPr>
                  <a:xfrm>
                    <a:off x="1881190" y="3163908"/>
                    <a:ext cx="542924" cy="14813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89" name="Rectángulo: esquinas redondeadas 88">
                    <a:extLst>
                      <a:ext uri="{FF2B5EF4-FFF2-40B4-BE49-F238E27FC236}">
                        <a16:creationId xmlns:a16="http://schemas.microsoft.com/office/drawing/2014/main" id="{66EA6A7A-6CD4-AE41-FC1C-B8A342AED990}"/>
                      </a:ext>
                    </a:extLst>
                  </p:cNvPr>
                  <p:cNvSpPr/>
                  <p:nvPr/>
                </p:nvSpPr>
                <p:spPr>
                  <a:xfrm>
                    <a:off x="1881190" y="3344704"/>
                    <a:ext cx="542924" cy="148139"/>
                  </a:xfrm>
                  <a:prstGeom prst="round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</p:grpSp>
          </p:grpSp>
          <p:grpSp>
            <p:nvGrpSpPr>
              <p:cNvPr id="74" name="Grupo 73">
                <a:extLst>
                  <a:ext uri="{FF2B5EF4-FFF2-40B4-BE49-F238E27FC236}">
                    <a16:creationId xmlns:a16="http://schemas.microsoft.com/office/drawing/2014/main" id="{80D3F94E-B0E4-4195-4A18-44BC11E391ED}"/>
                  </a:ext>
                </a:extLst>
              </p:cNvPr>
              <p:cNvGrpSpPr/>
              <p:nvPr/>
            </p:nvGrpSpPr>
            <p:grpSpPr>
              <a:xfrm>
                <a:off x="3590130" y="569161"/>
                <a:ext cx="2606970" cy="1038766"/>
                <a:chOff x="3936349" y="3637255"/>
                <a:chExt cx="2606970" cy="1038766"/>
              </a:xfrm>
            </p:grpSpPr>
            <p:sp>
              <p:nvSpPr>
                <p:cNvPr id="75" name="Rectángulo: esquinas redondeadas 74">
                  <a:extLst>
                    <a:ext uri="{FF2B5EF4-FFF2-40B4-BE49-F238E27FC236}">
                      <a16:creationId xmlns:a16="http://schemas.microsoft.com/office/drawing/2014/main" id="{7B9F3E99-4B45-6145-5888-A81758698938}"/>
                    </a:ext>
                  </a:extLst>
                </p:cNvPr>
                <p:cNvSpPr/>
                <p:nvPr/>
              </p:nvSpPr>
              <p:spPr>
                <a:xfrm>
                  <a:off x="4005679" y="3640761"/>
                  <a:ext cx="1761261" cy="369332"/>
                </a:xfrm>
                <a:prstGeom prst="roundRect">
                  <a:avLst>
                    <a:gd name="adj" fmla="val 12154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H" dirty="0"/>
                </a:p>
              </p:txBody>
            </p:sp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FDBD2B45-D29C-8038-7A85-5CDDDEC440D7}"/>
                    </a:ext>
                  </a:extLst>
                </p:cNvPr>
                <p:cNvSpPr txBox="1"/>
                <p:nvPr/>
              </p:nvSpPr>
              <p:spPr>
                <a:xfrm>
                  <a:off x="3936349" y="4032749"/>
                  <a:ext cx="2606970" cy="6432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Pollo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Carne		S/.</a:t>
                  </a:r>
                </a:p>
                <a:p>
                  <a:r>
                    <a:rPr lang="es-MX" sz="1200" dirty="0">
                      <a:latin typeface="Bahnschrift Light SemiCondensed" panose="020B0502040204020203" pitchFamily="34" charset="0"/>
                    </a:rPr>
                    <a:t> Queso		S/.  </a:t>
                  </a:r>
                </a:p>
              </p:txBody>
            </p:sp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C10460B4-2B3B-C46B-87DB-4C116FE18E8F}"/>
                    </a:ext>
                  </a:extLst>
                </p:cNvPr>
                <p:cNvSpPr txBox="1"/>
                <p:nvPr/>
              </p:nvSpPr>
              <p:spPr>
                <a:xfrm>
                  <a:off x="3971163" y="3637255"/>
                  <a:ext cx="1526381" cy="366307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107950" dist="12700" dir="5400000" algn="ctr">
                    <a:srgbClr val="000000"/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r>
                    <a:rPr lang="es-MX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Bahnschrift Light SemiCondensed" panose="020B0502040204020203" pitchFamily="34" charset="0"/>
                    </a:rPr>
                    <a:t>EMPANADAS</a:t>
                  </a:r>
                </a:p>
              </p:txBody>
            </p:sp>
            <p:grpSp>
              <p:nvGrpSpPr>
                <p:cNvPr id="78" name="Grupo 77">
                  <a:extLst>
                    <a:ext uri="{FF2B5EF4-FFF2-40B4-BE49-F238E27FC236}">
                      <a16:creationId xmlns:a16="http://schemas.microsoft.com/office/drawing/2014/main" id="{2FC98CD8-94C3-3965-BE0D-C6511BE1B90D}"/>
                    </a:ext>
                  </a:extLst>
                </p:cNvPr>
                <p:cNvGrpSpPr/>
                <p:nvPr/>
              </p:nvGrpSpPr>
              <p:grpSpPr>
                <a:xfrm>
                  <a:off x="5206365" y="4100034"/>
                  <a:ext cx="544194" cy="499793"/>
                  <a:chOff x="1830705" y="2880834"/>
                  <a:chExt cx="544194" cy="499793"/>
                </a:xfrm>
              </p:grpSpPr>
              <p:sp>
                <p:nvSpPr>
                  <p:cNvPr id="79" name="Rectángulo: esquinas redondeadas 78">
                    <a:extLst>
                      <a:ext uri="{FF2B5EF4-FFF2-40B4-BE49-F238E27FC236}">
                        <a16:creationId xmlns:a16="http://schemas.microsoft.com/office/drawing/2014/main" id="{36817A52-358B-221C-AAC6-062847DC9E3F}"/>
                      </a:ext>
                    </a:extLst>
                  </p:cNvPr>
                  <p:cNvSpPr/>
                  <p:nvPr/>
                </p:nvSpPr>
                <p:spPr>
                  <a:xfrm>
                    <a:off x="1831975" y="2880834"/>
                    <a:ext cx="542924" cy="148139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ES" dirty="0"/>
                      <a:t> </a:t>
                    </a:r>
                    <a:endParaRPr lang="es-PH" dirty="0"/>
                  </a:p>
                </p:txBody>
              </p:sp>
              <p:sp>
                <p:nvSpPr>
                  <p:cNvPr id="80" name="Rectángulo: esquinas redondeadas 79">
                    <a:extLst>
                      <a:ext uri="{FF2B5EF4-FFF2-40B4-BE49-F238E27FC236}">
                        <a16:creationId xmlns:a16="http://schemas.microsoft.com/office/drawing/2014/main" id="{0C3B9CF3-8D68-8B9C-B39F-4716B2A8751E}"/>
                      </a:ext>
                    </a:extLst>
                  </p:cNvPr>
                  <p:cNvSpPr/>
                  <p:nvPr/>
                </p:nvSpPr>
                <p:spPr>
                  <a:xfrm>
                    <a:off x="1830705" y="3060471"/>
                    <a:ext cx="542924" cy="148139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  <p:sp>
                <p:nvSpPr>
                  <p:cNvPr id="81" name="Rectángulo: esquinas redondeadas 80">
                    <a:extLst>
                      <a:ext uri="{FF2B5EF4-FFF2-40B4-BE49-F238E27FC236}">
                        <a16:creationId xmlns:a16="http://schemas.microsoft.com/office/drawing/2014/main" id="{07CC7C06-4786-3EF6-1D43-092529E19099}"/>
                      </a:ext>
                    </a:extLst>
                  </p:cNvPr>
                  <p:cNvSpPr/>
                  <p:nvPr/>
                </p:nvSpPr>
                <p:spPr>
                  <a:xfrm>
                    <a:off x="1831975" y="3232488"/>
                    <a:ext cx="542924" cy="148139"/>
                  </a:xfrm>
                  <a:prstGeom prst="roundRect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H"/>
                  </a:p>
                </p:txBody>
              </p:sp>
            </p:grpSp>
          </p:grpSp>
        </p:grpSp>
      </p:grpSp>
      <p:pic>
        <p:nvPicPr>
          <p:cNvPr id="97" name="Imagen 96">
            <a:extLst>
              <a:ext uri="{FF2B5EF4-FFF2-40B4-BE49-F238E27FC236}">
                <a16:creationId xmlns:a16="http://schemas.microsoft.com/office/drawing/2014/main" id="{4FC03DD7-7F28-E775-2C54-435E26F81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490" y="31080"/>
            <a:ext cx="2049485" cy="2563580"/>
          </a:xfrm>
          <a:prstGeom prst="rect">
            <a:avLst/>
          </a:prstGeom>
        </p:spPr>
      </p:pic>
      <p:sp>
        <p:nvSpPr>
          <p:cNvPr id="101" name="Rectángulo: esquinas redondeadas 100">
            <a:extLst>
              <a:ext uri="{FF2B5EF4-FFF2-40B4-BE49-F238E27FC236}">
                <a16:creationId xmlns:a16="http://schemas.microsoft.com/office/drawing/2014/main" id="{8D4DE6F3-29CF-D40D-B4C8-066AE447B640}"/>
              </a:ext>
            </a:extLst>
          </p:cNvPr>
          <p:cNvSpPr/>
          <p:nvPr/>
        </p:nvSpPr>
        <p:spPr>
          <a:xfrm>
            <a:off x="7028142" y="1291419"/>
            <a:ext cx="541812" cy="1387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4604C6CD-60C4-EE28-DD3D-DF8408790452}"/>
              </a:ext>
            </a:extLst>
          </p:cNvPr>
          <p:cNvSpPr/>
          <p:nvPr/>
        </p:nvSpPr>
        <p:spPr>
          <a:xfrm>
            <a:off x="1406873" y="846230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A644064D-8774-C42B-16EC-984732E1B4A2}"/>
              </a:ext>
            </a:extLst>
          </p:cNvPr>
          <p:cNvSpPr/>
          <p:nvPr/>
        </p:nvSpPr>
        <p:spPr>
          <a:xfrm>
            <a:off x="1406873" y="1029104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D9E4C341-E7E4-8D1F-B03A-66E2D6F46374}"/>
              </a:ext>
            </a:extLst>
          </p:cNvPr>
          <p:cNvSpPr/>
          <p:nvPr/>
        </p:nvSpPr>
        <p:spPr>
          <a:xfrm>
            <a:off x="1403796" y="1213127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2D005D00-E7A7-AACD-E891-62435280D230}"/>
              </a:ext>
            </a:extLst>
          </p:cNvPr>
          <p:cNvSpPr/>
          <p:nvPr/>
        </p:nvSpPr>
        <p:spPr>
          <a:xfrm>
            <a:off x="1406210" y="1396877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64F9039D-3C14-1CEA-184D-AD72A6402FF7}"/>
              </a:ext>
            </a:extLst>
          </p:cNvPr>
          <p:cNvSpPr/>
          <p:nvPr/>
        </p:nvSpPr>
        <p:spPr>
          <a:xfrm>
            <a:off x="1404618" y="1582062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C9197CC7-4C73-8A9D-0728-FF5BDCD38872}"/>
              </a:ext>
            </a:extLst>
          </p:cNvPr>
          <p:cNvSpPr/>
          <p:nvPr/>
        </p:nvSpPr>
        <p:spPr>
          <a:xfrm>
            <a:off x="1404618" y="1761620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4ADEF066-86BA-6ABB-9388-842AF210D2E6}"/>
              </a:ext>
            </a:extLst>
          </p:cNvPr>
          <p:cNvSpPr/>
          <p:nvPr/>
        </p:nvSpPr>
        <p:spPr>
          <a:xfrm>
            <a:off x="1404618" y="1934035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D0B37EFF-CE2A-0E63-15E3-4C4FD1B40C72}"/>
              </a:ext>
            </a:extLst>
          </p:cNvPr>
          <p:cNvSpPr/>
          <p:nvPr/>
        </p:nvSpPr>
        <p:spPr>
          <a:xfrm>
            <a:off x="1406873" y="2098651"/>
            <a:ext cx="543706" cy="1450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H" dirty="0"/>
          </a:p>
        </p:txBody>
      </p:sp>
    </p:spTree>
    <p:extLst>
      <p:ext uri="{BB962C8B-B14F-4D97-AF65-F5344CB8AC3E}">
        <p14:creationId xmlns:p14="http://schemas.microsoft.com/office/powerpoint/2010/main" val="381389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16510B-0BFF-18BF-AC48-CF591F465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56" y="111168"/>
            <a:ext cx="1369606" cy="2289962"/>
          </a:xfrm>
          <a:prstGeom prst="roundRect">
            <a:avLst>
              <a:gd name="adj" fmla="val 6776"/>
            </a:avLst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AFAC8C-EA23-EE8A-E1AC-B8233DD0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29" y="83345"/>
            <a:ext cx="1279909" cy="2274620"/>
          </a:xfrm>
          <a:prstGeom prst="roundRect">
            <a:avLst>
              <a:gd name="adj" fmla="val 8729"/>
            </a:avLst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04E0CD4-DF5E-0B9F-B321-69DCDFC4F5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603" y="130067"/>
            <a:ext cx="1330580" cy="2328515"/>
          </a:xfrm>
          <a:prstGeom prst="roundRect">
            <a:avLst>
              <a:gd name="adj" fmla="val 7143"/>
            </a:avLst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0CA2F8-FA51-7D45-78F0-A289EFCBCE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344" y="111168"/>
            <a:ext cx="1330580" cy="2366315"/>
          </a:xfrm>
          <a:prstGeom prst="roundRect">
            <a:avLst>
              <a:gd name="adj" fmla="val 6486"/>
            </a:avLst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43C2CA7-C50F-9345-61C3-C362BF60B1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857" y="148754"/>
            <a:ext cx="1373808" cy="2366315"/>
          </a:xfrm>
          <a:prstGeom prst="roundRect">
            <a:avLst>
              <a:gd name="adj" fmla="val 5985"/>
            </a:avLst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09A29F-5FCC-1508-E13A-C1C605431E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490" y="122458"/>
            <a:ext cx="1254485" cy="2278672"/>
          </a:xfrm>
          <a:prstGeom prst="roundRect">
            <a:avLst>
              <a:gd name="adj" fmla="val 8315"/>
            </a:avLst>
          </a:prstGeom>
        </p:spPr>
      </p:pic>
    </p:spTree>
    <p:extLst>
      <p:ext uri="{BB962C8B-B14F-4D97-AF65-F5344CB8AC3E}">
        <p14:creationId xmlns:p14="http://schemas.microsoft.com/office/powerpoint/2010/main" val="16564139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176</Words>
  <Application>Microsoft Office PowerPoint</Application>
  <PresentationFormat>Personalizado</PresentationFormat>
  <Paragraphs>36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Bahnschrift Light SemiCondensed</vt:lpstr>
      <vt:lpstr>Brittany Signature</vt:lpstr>
      <vt:lpstr>Copperplate Gothic Bold</vt:lpstr>
      <vt:lpstr>Futura Bk BT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ROJAS OCHOA VICTOR RAUL</dc:creator>
  <cp:lastModifiedBy>u202613184 (Avalos Rojas, Alisson Marian)</cp:lastModifiedBy>
  <cp:revision>2</cp:revision>
  <dcterms:created xsi:type="dcterms:W3CDTF">2026-04-10T01:15:48Z</dcterms:created>
  <dcterms:modified xsi:type="dcterms:W3CDTF">2026-04-11T20:07:55Z</dcterms:modified>
</cp:coreProperties>
</file>